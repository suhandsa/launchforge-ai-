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400" b="1" dirty="0">
                <a:solidFill>
                  <a:srgbClr val="6366F1"/>
                </a:solidFill>
              </a:rPr>
              <a:t>LaunchGen AI Pitch Deck</a:t>
            </a:r>
            <a:endParaRPr lang="en-US" sz="4400" dirty="0"/>
          </a:p>
        </p:txBody>
      </p:sp>
      <p:sp>
        <p:nvSpPr>
          <p:cNvPr id="3" name="Text 1"/>
          <p:cNvSpPr/>
          <p:nvPr/>
        </p:nvSpPr>
        <p:spPr>
          <a:xfrm>
            <a:off x="457200" y="3200400"/>
            <a:ext cx="8229600" cy="0"/>
          </a:xfrm>
          <a:prstGeom prst="rect">
            <a:avLst/>
          </a:prstGeom>
          <a:noFill/>
          <a:ln/>
        </p:spPr>
        <p:txBody>
          <a:bodyPr wrap="square" rtlCol="0" anchor="ctr"/>
          <a:lstStyle/>
          <a:p>
            <a:pPr algn="ctr" indent="0" marL="0">
              <a:buNone/>
            </a:pPr>
            <a:r>
              <a:rPr lang="en-US" sz="1800" dirty="0">
                <a:solidFill>
                  <a:srgbClr val="22D3EE"/>
                </a:solidFill>
              </a:rPr>
              <a:t>Turning Your Idea Into Reality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Problem</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Manual task management is tedious, time-consuming, and prone to human error, leading to forgotten tasks, missed deadlines, and a feeling of being overwhelmed. Users struggle to consistently transfer tasks from their emails, calendars, messages, and notes into a central todo list, leading to context switching and mental overhead.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Solution</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MVP Features: Core task management (create, edit, delete, complete, due dates, priority)., User authentication and profile management., Integration with ONE external source (e.g., Google Calendar) to read events., Basic Natural Language Processing (NLP) to extract potential tasks from calendar event titles/descriptions., User review and confirmation interface for auto-generated tasks (accept/reject/edit)., Configurable settings for automated task creation (e.g., source filtering, keywords)., Basic notification system for due tasks.</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Unique Value: The only intelligent todo app that proactively identifies, extracts, and organizes tasks from your emails, calendar, messages, and notes, significantly reducing manual entry and ensuring nothing important falls through the cracks.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Market Opportunity</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Target Users: Busy professionals (executives, managers, knowledge workers) who manage multiple projects and communications., Students with numerous assignments, deadlines, and group projects., Individuals with demanding personal lives (parents, caregivers) managing household chores, appointments, and personal errands., Anyone seeking to reduce mental load and improve productivity through automation., Early adopters of AI-driven productivity tools.</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Market Size: The global personal productivity software market was valued at approximately $49.2 billion in 2023 and is projected to grow to over $110 billion by 2032, with a compound annual growth rate (CAGR) of 9.2%. The 'to-do list' segment within this market serves hundreds of millions of users globally, with strong demand for advanced features and automation.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Revenue Model</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Monetization: Freemium model with a subscription for advanced features.</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Pricing: Free Tier: Basic todo features, limited integration (e.g., one source), basic task automation (limited # of auto-tasks/month).</a:t>
            </a:r>
            <a:endParaRPr lang="en-US" sz="1400" dirty="0"/>
          </a:p>
          <a:p>
            <a:pPr indent="0" marL="0">
              <a:buNone/>
            </a:pPr>
            <a:r>
              <a:rPr lang="en-US" sz="1400" dirty="0">
                <a:solidFill>
                  <a:srgbClr val="E5E7EB"/>
                </a:solidFill>
                <a:latin typeface="Arial" pitchFamily="34" charset="0"/>
                <a:ea typeface="Arial" pitchFamily="34" charset="-122"/>
                <a:cs typeface="Arial" pitchFamily="34" charset="-120"/>
              </a:rPr>
              <a:t>Premium Tier ($7-15/month or $70-120/year): Unlimited integrations, advanced AI for task prioritization, custom automation rules, multi-source task identification, advanced analytics, priority support, team collaboration features.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Competition</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Competitors: [object Object], [object Object], [object Object], [object Object]</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Our Advantage: The only intelligent todo app that proactively identifies, extracts, and organizes tasks from your emails, calendar, messages, and notes, significantly reducing manual entry and ensuring nothing important falls through the cracks.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Traction &amp; Roadmap</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30-Day Goals:</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Finalize MVP feature set and user stories.</a:t>
            </a:r>
            <a:endParaRPr lang="en-US" sz="1400" dirty="0"/>
          </a:p>
        </p:txBody>
      </p:sp>
      <p:sp>
        <p:nvSpPr>
          <p:cNvPr id="5" name="Text 3"/>
          <p:cNvSpPr/>
          <p:nvPr/>
        </p:nvSpPr>
        <p:spPr>
          <a:xfrm>
            <a:off x="731520" y="20116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Design core UI/UX flows and wireframes for mobile and web.</a:t>
            </a:r>
            <a:endParaRPr lang="en-US" sz="1400" dirty="0"/>
          </a:p>
        </p:txBody>
      </p:sp>
      <p:sp>
        <p:nvSpPr>
          <p:cNvPr id="6" name="Text 4"/>
          <p:cNvSpPr/>
          <p:nvPr/>
        </p:nvSpPr>
        <p:spPr>
          <a:xfrm>
            <a:off x="731520" y="24688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Set up core backend infrastructure (database, API endpoints).</a:t>
            </a:r>
            <a:endParaRPr lang="en-US" sz="1400" dirty="0"/>
          </a:p>
        </p:txBody>
      </p:sp>
      <p:sp>
        <p:nvSpPr>
          <p:cNvPr id="7" name="Text 5"/>
          <p:cNvSpPr/>
          <p:nvPr/>
        </p:nvSpPr>
        <p:spPr>
          <a:xfrm>
            <a:off x="731520" y="2926080"/>
            <a:ext cx="7680960" cy="0"/>
          </a:xfrm>
          <a:prstGeom prst="rect">
            <a:avLst/>
          </a:prstGeom>
          <a:noFill/>
          <a:ln/>
        </p:spPr>
        <p:txBody>
          <a:bodyPr wrap="square" rtlCol="0" anchor="ctr"/>
          <a:lstStyle/>
          <a:p>
            <a:pPr indent="0" marL="0">
              <a:buNone/>
            </a:pPr>
            <a:endParaRPr lang="en-US" sz="1400" dirty="0"/>
          </a:p>
        </p:txBody>
      </p:sp>
      <p:sp>
        <p:nvSpPr>
          <p:cNvPr id="8" name="Text 6"/>
          <p:cNvSpPr/>
          <p:nvPr/>
        </p:nvSpPr>
        <p:spPr>
          <a:xfrm>
            <a:off x="731520" y="3383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90-Day Vision:</a:t>
            </a:r>
            <a:endParaRPr lang="en-US" sz="1400" dirty="0"/>
          </a:p>
        </p:txBody>
      </p:sp>
      <p:sp>
        <p:nvSpPr>
          <p:cNvPr id="9" name="Text 7"/>
          <p:cNvSpPr/>
          <p:nvPr/>
        </p:nvSpPr>
        <p:spPr>
          <a:xfrm>
            <a:off x="731520" y="3840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Develop and integrate initial NLP model to extract tasks from Google Calendar events.</a:t>
            </a:r>
            <a:endParaRPr lang="en-US" sz="1400" dirty="0"/>
          </a:p>
        </p:txBody>
      </p:sp>
      <p:sp>
        <p:nvSpPr>
          <p:cNvPr id="10" name="Text 8"/>
          <p:cNvSpPr/>
          <p:nvPr/>
        </p:nvSpPr>
        <p:spPr>
          <a:xfrm>
            <a:off x="731520" y="42976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Implement user review and confirmation interface for auto-generated tasks.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Technology</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Tech Stack: **Frontend:** React Native (cross-platform mobile) or React/Vue.js (Web App), **Backend:** Python (Django/Flask for AI/ML capabilities, microservices) or Node.js (Express for speed and scalability), **Database:** PostgreSQL (relational, robust) or MongoDB (flexible NoSQL for event data), **Cloud Platform:** AWS (EC2, Lambda, S3, RDS, SageMaker) or Google Cloud Platform (Compute Engine, Cloud Functions, Cloud Storage, AI Platform), **AI/ML:** spaCy or NLTK for basic NLP, potentially Hugging Face Transformers for advanced models, custom machine learning models for task extraction and prioritization., **Integration Frameworks:** OAuth2 for secure API access to external services (Google, Microsoft, etc.), **Monitoring &amp; Logging:** Prometheus, Grafana, ELK Stack (Elasticsearch, Logstash, Kibana)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90F"/>
        </a:solidFill>
      </p:bgPr>
    </p:bg>
    <p:spTree>
      <p:nvGrpSpPr>
        <p:cNvPr id="1" name=""/>
        <p:cNvGrpSpPr/>
        <p:nvPr/>
      </p:nvGrpSpPr>
      <p:grpSpPr>
        <a:xfrm>
          <a:off x="0" y="0"/>
          <a:ext cx="0" cy="0"/>
          <a:chOff x="0" y="0"/>
          <a:chExt cx="0" cy="0"/>
        </a:xfrm>
      </p:grpSpPr>
      <p:sp>
        <p:nvSpPr>
          <p:cNvPr id="2" name="Text 0"/>
          <p:cNvSpPr/>
          <p:nvPr/>
        </p:nvSpPr>
        <p:spPr>
          <a:xfrm>
            <a:off x="457200" y="274320"/>
            <a:ext cx="8229600" cy="0"/>
          </a:xfrm>
          <a:prstGeom prst="rect">
            <a:avLst/>
          </a:prstGeom>
          <a:noFill/>
          <a:ln/>
        </p:spPr>
        <p:txBody>
          <a:bodyPr wrap="square" rtlCol="0" anchor="ctr"/>
          <a:lstStyle/>
          <a:p>
            <a:pPr indent="0" marL="0">
              <a:buNone/>
            </a:pPr>
            <a:r>
              <a:rPr lang="en-US" sz="3200" b="1" dirty="0">
                <a:solidFill>
                  <a:srgbClr val="E5E7EB"/>
                </a:solidFill>
                <a:latin typeface="Arial" pitchFamily="34" charset="0"/>
                <a:ea typeface="Arial" pitchFamily="34" charset="-122"/>
                <a:cs typeface="Arial" pitchFamily="34" charset="-120"/>
              </a:rPr>
              <a:t>The Ask</a:t>
            </a:r>
            <a:endParaRPr lang="en-US" sz="3200" dirty="0"/>
          </a:p>
        </p:txBody>
      </p:sp>
      <p:sp>
        <p:nvSpPr>
          <p:cNvPr id="3" name="Text 1"/>
          <p:cNvSpPr/>
          <p:nvPr/>
        </p:nvSpPr>
        <p:spPr>
          <a:xfrm>
            <a:off x="731520" y="10972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We're seeking partnership and resources to:</a:t>
            </a:r>
            <a:endParaRPr lang="en-US" sz="1400" dirty="0"/>
          </a:p>
        </p:txBody>
      </p:sp>
      <p:sp>
        <p:nvSpPr>
          <p:cNvPr id="4" name="Text 2"/>
          <p:cNvSpPr/>
          <p:nvPr/>
        </p:nvSpPr>
        <p:spPr>
          <a:xfrm>
            <a:off x="731520" y="15544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Build and launch the MVP</a:t>
            </a:r>
            <a:endParaRPr lang="en-US" sz="1400" dirty="0"/>
          </a:p>
        </p:txBody>
      </p:sp>
      <p:sp>
        <p:nvSpPr>
          <p:cNvPr id="5" name="Text 3"/>
          <p:cNvSpPr/>
          <p:nvPr/>
        </p:nvSpPr>
        <p:spPr>
          <a:xfrm>
            <a:off x="731520" y="20116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Acquire initial users</a:t>
            </a:r>
            <a:endParaRPr lang="en-US" sz="1400" dirty="0"/>
          </a:p>
        </p:txBody>
      </p:sp>
      <p:sp>
        <p:nvSpPr>
          <p:cNvPr id="6" name="Text 4"/>
          <p:cNvSpPr/>
          <p:nvPr/>
        </p:nvSpPr>
        <p:spPr>
          <a:xfrm>
            <a:off x="731520" y="2468880"/>
            <a:ext cx="7680960" cy="0"/>
          </a:xfrm>
          <a:prstGeom prst="rect">
            <a:avLst/>
          </a:prstGeom>
          <a:noFill/>
          <a:ln/>
        </p:spPr>
        <p:txBody>
          <a:bodyPr wrap="square" rtlCol="0" anchor="ctr"/>
          <a:lstStyle/>
          <a:p>
            <a:pPr indent="0" marL="0">
              <a:buNone/>
            </a:pPr>
            <a:r>
              <a:rPr lang="en-US" sz="1400" dirty="0">
                <a:solidFill>
                  <a:srgbClr val="E5E7EB"/>
                </a:solidFill>
                <a:latin typeface="Arial" pitchFamily="34" charset="0"/>
                <a:ea typeface="Arial" pitchFamily="34" charset="-122"/>
                <a:cs typeface="Arial" pitchFamily="34" charset="-120"/>
              </a:rPr>
              <a:t>Achieve product-market fit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2026-03-15T13:34:02Z</dcterms:created>
  <dcterms:modified xsi:type="dcterms:W3CDTF">2026-03-15T13:34:02Z</dcterms:modified>
</cp:coreProperties>
</file>